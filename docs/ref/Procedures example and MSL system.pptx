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8">
          <p15:clr>
            <a:srgbClr val="747775"/>
          </p15:clr>
        </p15:guide>
      </p15:sldGuideLst>
    </p:ext>
    <p:ext uri="GoogleSlidesCustomDataVersion2">
      <go:slidesCustomData xmlns:go="http://customooxmlschemas.google.com/" r:id="rId10" roundtripDataSignature="AMtx7mjCaCmzQabRH82Sypgh10oWxvu7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customschemas.google.com/relationships/presentationmetadata" Target="metadata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8ed8f875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8ed8f875da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10" Type="http://schemas.openxmlformats.org/officeDocument/2006/relationships/image" Target="../media/image8.png"/><Relationship Id="rId9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599501" y="2293464"/>
            <a:ext cx="1968609" cy="4042668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7173035" y="2330632"/>
            <a:ext cx="1968609" cy="357506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999888" y="2471953"/>
            <a:ext cx="1839554" cy="3433739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21243" y="2250005"/>
            <a:ext cx="1994068" cy="3656018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490194" y="1914961"/>
            <a:ext cx="183955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2885237" y="1936400"/>
            <a:ext cx="183955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augmentation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2885237" y="2458732"/>
            <a:ext cx="1829992" cy="2486892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7427537" y="1914961"/>
            <a:ext cx="183955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9439279" y="1868797"/>
            <a:ext cx="2011432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Analysis</a:t>
            </a:r>
            <a:endParaRPr/>
          </a:p>
        </p:txBody>
      </p:sp>
      <p:sp>
        <p:nvSpPr>
          <p:cNvPr id="93" name="Google Shape;93;p1"/>
          <p:cNvSpPr/>
          <p:nvPr/>
        </p:nvSpPr>
        <p:spPr>
          <a:xfrm>
            <a:off x="2969443" y="2678532"/>
            <a:ext cx="1632527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7355198" y="2489743"/>
            <a:ext cx="1632527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MobileNetV2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1284799" y="3131297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404871" y="2519997"/>
            <a:ext cx="1812008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crawling (Google, Bing, Instagram)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325919" y="4119756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447991" y="5200480"/>
            <a:ext cx="1748672" cy="56425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annotated dataset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284799" y="4838212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2939200" y="3457576"/>
            <a:ext cx="1632527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Mix-up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2983969" y="4355867"/>
            <a:ext cx="1632527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Tradition transfomation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484761" y="4344302"/>
            <a:ext cx="1632527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annotation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532460" y="3400828"/>
            <a:ext cx="1632527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Drop duplicate, non-related, noise images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5059675" y="1932594"/>
            <a:ext cx="183955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Augmented dataset</a:t>
            </a:r>
            <a:endParaRPr/>
          </a:p>
        </p:txBody>
      </p:sp>
      <p:sp>
        <p:nvSpPr>
          <p:cNvPr id="105" name="Google Shape;105;p1"/>
          <p:cNvSpPr/>
          <p:nvPr/>
        </p:nvSpPr>
        <p:spPr>
          <a:xfrm>
            <a:off x="5139745" y="5254158"/>
            <a:ext cx="1559839" cy="53350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annotated dataset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5105358" y="2690065"/>
            <a:ext cx="1559839" cy="53350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Augmented dataset 3 </a:t>
            </a:r>
            <a:endParaRPr/>
          </a:p>
        </p:txBody>
      </p:sp>
      <p:sp>
        <p:nvSpPr>
          <p:cNvPr id="107" name="Google Shape;107;p1"/>
          <p:cNvSpPr/>
          <p:nvPr/>
        </p:nvSpPr>
        <p:spPr>
          <a:xfrm>
            <a:off x="5173533" y="3544512"/>
            <a:ext cx="1559839" cy="53350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Augmented dataset 2 </a:t>
            </a:r>
            <a:endParaRPr/>
          </a:p>
        </p:txBody>
      </p:sp>
      <p:sp>
        <p:nvSpPr>
          <p:cNvPr id="108" name="Google Shape;108;p1"/>
          <p:cNvSpPr/>
          <p:nvPr/>
        </p:nvSpPr>
        <p:spPr>
          <a:xfrm>
            <a:off x="5150548" y="4338694"/>
            <a:ext cx="1559839" cy="53350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Augmented dataset 1 </a:t>
            </a:r>
            <a:endParaRPr/>
          </a:p>
        </p:txBody>
      </p:sp>
      <p:cxnSp>
        <p:nvCxnSpPr>
          <p:cNvPr id="109" name="Google Shape;109;p1"/>
          <p:cNvCxnSpPr>
            <a:endCxn id="106" idx="1"/>
          </p:cNvCxnSpPr>
          <p:nvPr/>
        </p:nvCxnSpPr>
        <p:spPr>
          <a:xfrm>
            <a:off x="4647558" y="2956816"/>
            <a:ext cx="4578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" name="Google Shape;110;p1"/>
          <p:cNvCxnSpPr/>
          <p:nvPr/>
        </p:nvCxnSpPr>
        <p:spPr>
          <a:xfrm>
            <a:off x="4623044" y="3700928"/>
            <a:ext cx="457705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1" name="Google Shape;111;p1"/>
          <p:cNvCxnSpPr/>
          <p:nvPr/>
        </p:nvCxnSpPr>
        <p:spPr>
          <a:xfrm>
            <a:off x="4601970" y="4602496"/>
            <a:ext cx="457705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2" name="Google Shape;112;p1"/>
          <p:cNvCxnSpPr/>
          <p:nvPr/>
        </p:nvCxnSpPr>
        <p:spPr>
          <a:xfrm>
            <a:off x="4698335" y="6187820"/>
            <a:ext cx="4648921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3" name="Google Shape;113;p1"/>
          <p:cNvCxnSpPr/>
          <p:nvPr/>
        </p:nvCxnSpPr>
        <p:spPr>
          <a:xfrm flipH="1" rot="10800000">
            <a:off x="3785705" y="5013320"/>
            <a:ext cx="1" cy="266752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14" name="Google Shape;114;p1"/>
          <p:cNvSpPr/>
          <p:nvPr/>
        </p:nvSpPr>
        <p:spPr>
          <a:xfrm>
            <a:off x="7427537" y="3293902"/>
            <a:ext cx="1632527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ResNet50V2</a:t>
            </a:r>
            <a:endParaRPr/>
          </a:p>
        </p:txBody>
      </p:sp>
      <p:sp>
        <p:nvSpPr>
          <p:cNvPr id="115" name="Google Shape;115;p1"/>
          <p:cNvSpPr/>
          <p:nvPr/>
        </p:nvSpPr>
        <p:spPr>
          <a:xfrm>
            <a:off x="7386136" y="4116375"/>
            <a:ext cx="1632527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DenseNet121</a:t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7406695" y="5013320"/>
            <a:ext cx="1632527" cy="53031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EfficientNetB3</a:t>
            </a:r>
            <a:endParaRPr/>
          </a:p>
        </p:txBody>
      </p:sp>
      <p:sp>
        <p:nvSpPr>
          <p:cNvPr id="117" name="Google Shape;117;p1"/>
          <p:cNvSpPr/>
          <p:nvPr/>
        </p:nvSpPr>
        <p:spPr>
          <a:xfrm>
            <a:off x="9798978" y="2433963"/>
            <a:ext cx="1559839" cy="53350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trained model on test set</a:t>
            </a:r>
            <a:endParaRPr/>
          </a:p>
        </p:txBody>
      </p:sp>
      <p:sp>
        <p:nvSpPr>
          <p:cNvPr id="118" name="Google Shape;118;p1"/>
          <p:cNvSpPr/>
          <p:nvPr/>
        </p:nvSpPr>
        <p:spPr>
          <a:xfrm>
            <a:off x="9798979" y="3271127"/>
            <a:ext cx="1559839" cy="1790029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1"/>
          <p:cNvSpPr/>
          <p:nvPr/>
        </p:nvSpPr>
        <p:spPr>
          <a:xfrm>
            <a:off x="9963370" y="3727395"/>
            <a:ext cx="1231054" cy="212683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/>
          </a:p>
        </p:txBody>
      </p:sp>
      <p:sp>
        <p:nvSpPr>
          <p:cNvPr id="120" name="Google Shape;120;p1"/>
          <p:cNvSpPr/>
          <p:nvPr/>
        </p:nvSpPr>
        <p:spPr>
          <a:xfrm>
            <a:off x="9985586" y="4206680"/>
            <a:ext cx="1231054" cy="264027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 3 Accuracy</a:t>
            </a:r>
            <a:endParaRPr/>
          </a:p>
        </p:txBody>
      </p:sp>
      <p:sp>
        <p:nvSpPr>
          <p:cNvPr id="121" name="Google Shape;121;p1"/>
          <p:cNvSpPr/>
          <p:nvPr/>
        </p:nvSpPr>
        <p:spPr>
          <a:xfrm>
            <a:off x="9963370" y="4684967"/>
            <a:ext cx="1231054" cy="23959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endParaRPr/>
          </a:p>
        </p:txBody>
      </p:sp>
      <p:sp>
        <p:nvSpPr>
          <p:cNvPr id="122" name="Google Shape;122;p1"/>
          <p:cNvSpPr/>
          <p:nvPr/>
        </p:nvSpPr>
        <p:spPr>
          <a:xfrm>
            <a:off x="9963371" y="3209466"/>
            <a:ext cx="1231054" cy="36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/>
          </a:p>
        </p:txBody>
      </p:sp>
      <p:sp>
        <p:nvSpPr>
          <p:cNvPr id="123" name="Google Shape;123;p1"/>
          <p:cNvSpPr/>
          <p:nvPr/>
        </p:nvSpPr>
        <p:spPr>
          <a:xfrm>
            <a:off x="9756951" y="5561129"/>
            <a:ext cx="1559839" cy="533502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Comparative analysis</a:t>
            </a:r>
            <a:endParaRPr/>
          </a:p>
        </p:txBody>
      </p:sp>
      <p:sp>
        <p:nvSpPr>
          <p:cNvPr id="124" name="Google Shape;124;p1"/>
          <p:cNvSpPr/>
          <p:nvPr/>
        </p:nvSpPr>
        <p:spPr>
          <a:xfrm>
            <a:off x="10536871" y="3000911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10444995" y="5190921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1"/>
          <p:cNvSpPr/>
          <p:nvPr/>
        </p:nvSpPr>
        <p:spPr>
          <a:xfrm>
            <a:off x="2939200" y="5238781"/>
            <a:ext cx="1748672" cy="56425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annotated training dataset</a:t>
            </a:r>
            <a:endParaRPr/>
          </a:p>
        </p:txBody>
      </p:sp>
      <p:sp>
        <p:nvSpPr>
          <p:cNvPr id="127" name="Google Shape;127;p1"/>
          <p:cNvSpPr/>
          <p:nvPr/>
        </p:nvSpPr>
        <p:spPr>
          <a:xfrm>
            <a:off x="2949663" y="5905692"/>
            <a:ext cx="1748672" cy="564256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annotated test dataset</a:t>
            </a:r>
            <a:endParaRPr/>
          </a:p>
        </p:txBody>
      </p:sp>
      <p:cxnSp>
        <p:nvCxnSpPr>
          <p:cNvPr id="128" name="Google Shape;128;p1"/>
          <p:cNvCxnSpPr/>
          <p:nvPr/>
        </p:nvCxnSpPr>
        <p:spPr>
          <a:xfrm>
            <a:off x="4682040" y="5494502"/>
            <a:ext cx="457705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9" name="Google Shape;129;p1"/>
          <p:cNvCxnSpPr/>
          <p:nvPr/>
        </p:nvCxnSpPr>
        <p:spPr>
          <a:xfrm>
            <a:off x="2216878" y="5502855"/>
            <a:ext cx="720000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0" name="Google Shape;130;p1"/>
          <p:cNvSpPr/>
          <p:nvPr/>
        </p:nvSpPr>
        <p:spPr>
          <a:xfrm rot="-5400000">
            <a:off x="6952545" y="4028821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1"/>
          <p:cNvSpPr/>
          <p:nvPr/>
        </p:nvSpPr>
        <p:spPr>
          <a:xfrm rot="-5400000">
            <a:off x="9254767" y="4028820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2" name="Google Shape;132;p1"/>
          <p:cNvCxnSpPr/>
          <p:nvPr/>
        </p:nvCxnSpPr>
        <p:spPr>
          <a:xfrm>
            <a:off x="1325919" y="6187820"/>
            <a:ext cx="1610959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" name="Google Shape;133;p1"/>
          <p:cNvCxnSpPr/>
          <p:nvPr/>
        </p:nvCxnSpPr>
        <p:spPr>
          <a:xfrm>
            <a:off x="1333005" y="5762831"/>
            <a:ext cx="0" cy="4320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4" name="Google Shape;134;p1"/>
          <p:cNvSpPr txBox="1"/>
          <p:nvPr/>
        </p:nvSpPr>
        <p:spPr>
          <a:xfrm>
            <a:off x="1927123" y="412955"/>
            <a:ext cx="81411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procedure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"/>
          <p:cNvSpPr/>
          <p:nvPr/>
        </p:nvSpPr>
        <p:spPr>
          <a:xfrm>
            <a:off x="8633211" y="3547914"/>
            <a:ext cx="1994068" cy="1398695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6142300" y="2571763"/>
            <a:ext cx="1968608" cy="237484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2"/>
          <p:cNvSpPr/>
          <p:nvPr/>
        </p:nvSpPr>
        <p:spPr>
          <a:xfrm>
            <a:off x="1481451" y="2571763"/>
            <a:ext cx="1994068" cy="1939253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1608376" y="2080403"/>
            <a:ext cx="183955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</a:t>
            </a:r>
            <a:endParaRPr/>
          </a:p>
        </p:txBody>
      </p:sp>
      <p:sp>
        <p:nvSpPr>
          <p:cNvPr id="143" name="Google Shape;143;p2"/>
          <p:cNvSpPr txBox="1"/>
          <p:nvPr/>
        </p:nvSpPr>
        <p:spPr>
          <a:xfrm>
            <a:off x="3894946" y="2080403"/>
            <a:ext cx="1839554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Distributed traning</a:t>
            </a:r>
            <a:endParaRPr/>
          </a:p>
        </p:txBody>
      </p:sp>
      <p:sp>
        <p:nvSpPr>
          <p:cNvPr id="144" name="Google Shape;144;p2"/>
          <p:cNvSpPr/>
          <p:nvPr/>
        </p:nvSpPr>
        <p:spPr>
          <a:xfrm>
            <a:off x="3894946" y="2571763"/>
            <a:ext cx="1739193" cy="1288341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6073952" y="2080403"/>
            <a:ext cx="2011432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Analysis</a:t>
            </a:r>
            <a:endParaRPr/>
          </a:p>
        </p:txBody>
      </p:sp>
      <p:sp>
        <p:nvSpPr>
          <p:cNvPr id="146" name="Google Shape;146;p2"/>
          <p:cNvSpPr/>
          <p:nvPr/>
        </p:nvSpPr>
        <p:spPr>
          <a:xfrm>
            <a:off x="4022645" y="2702041"/>
            <a:ext cx="688157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MNB</a:t>
            </a:r>
            <a:endParaRPr/>
          </a:p>
        </p:txBody>
      </p:sp>
      <p:sp>
        <p:nvSpPr>
          <p:cNvPr id="147" name="Google Shape;147;p2"/>
          <p:cNvSpPr/>
          <p:nvPr/>
        </p:nvSpPr>
        <p:spPr>
          <a:xfrm>
            <a:off x="2445007" y="3192836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1565079" y="2795415"/>
            <a:ext cx="1812008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Raw dataset</a:t>
            </a:r>
            <a:endParaRPr/>
          </a:p>
        </p:txBody>
      </p:sp>
      <p:sp>
        <p:nvSpPr>
          <p:cNvPr id="149" name="Google Shape;149;p2"/>
          <p:cNvSpPr/>
          <p:nvPr/>
        </p:nvSpPr>
        <p:spPr>
          <a:xfrm>
            <a:off x="2486127" y="3822475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1608199" y="4086077"/>
            <a:ext cx="1748672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dataset</a:t>
            </a:r>
            <a:endParaRPr/>
          </a:p>
        </p:txBody>
      </p:sp>
      <p:sp>
        <p:nvSpPr>
          <p:cNvPr id="151" name="Google Shape;151;p2"/>
          <p:cNvSpPr/>
          <p:nvPr/>
        </p:nvSpPr>
        <p:spPr>
          <a:xfrm>
            <a:off x="1692668" y="3439216"/>
            <a:ext cx="1632527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</a:t>
            </a:r>
            <a:endParaRPr/>
          </a:p>
        </p:txBody>
      </p:sp>
      <p:cxnSp>
        <p:nvCxnSpPr>
          <p:cNvPr id="152" name="Google Shape;152;p2"/>
          <p:cNvCxnSpPr/>
          <p:nvPr/>
        </p:nvCxnSpPr>
        <p:spPr>
          <a:xfrm>
            <a:off x="5625892" y="4730171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3" name="Google Shape;153;p2"/>
          <p:cNvSpPr/>
          <p:nvPr/>
        </p:nvSpPr>
        <p:spPr>
          <a:xfrm>
            <a:off x="6263404" y="2708506"/>
            <a:ext cx="1769134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trained models</a:t>
            </a:r>
            <a:endParaRPr/>
          </a:p>
        </p:txBody>
      </p:sp>
      <p:sp>
        <p:nvSpPr>
          <p:cNvPr id="154" name="Google Shape;154;p2"/>
          <p:cNvSpPr/>
          <p:nvPr/>
        </p:nvSpPr>
        <p:spPr>
          <a:xfrm>
            <a:off x="6341777" y="3253432"/>
            <a:ext cx="1559839" cy="102685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2"/>
          <p:cNvSpPr/>
          <p:nvPr/>
        </p:nvSpPr>
        <p:spPr>
          <a:xfrm>
            <a:off x="6506168" y="3565422"/>
            <a:ext cx="1231054" cy="212683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  <a:endParaRPr/>
          </a:p>
        </p:txBody>
      </p:sp>
      <p:sp>
        <p:nvSpPr>
          <p:cNvPr id="156" name="Google Shape;156;p2"/>
          <p:cNvSpPr/>
          <p:nvPr/>
        </p:nvSpPr>
        <p:spPr>
          <a:xfrm>
            <a:off x="6506168" y="3893074"/>
            <a:ext cx="1231054" cy="239596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endParaRPr/>
          </a:p>
        </p:txBody>
      </p:sp>
      <p:sp>
        <p:nvSpPr>
          <p:cNvPr id="157" name="Google Shape;157;p2"/>
          <p:cNvSpPr/>
          <p:nvPr/>
        </p:nvSpPr>
        <p:spPr>
          <a:xfrm>
            <a:off x="6506169" y="3181278"/>
            <a:ext cx="1231054" cy="366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/>
          </a:p>
        </p:txBody>
      </p:sp>
      <p:sp>
        <p:nvSpPr>
          <p:cNvPr id="158" name="Google Shape;158;p2"/>
          <p:cNvSpPr/>
          <p:nvPr/>
        </p:nvSpPr>
        <p:spPr>
          <a:xfrm>
            <a:off x="6341774" y="4552267"/>
            <a:ext cx="1559839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endParaRPr/>
          </a:p>
        </p:txBody>
      </p:sp>
      <p:sp>
        <p:nvSpPr>
          <p:cNvPr id="159" name="Google Shape;159;p2"/>
          <p:cNvSpPr/>
          <p:nvPr/>
        </p:nvSpPr>
        <p:spPr>
          <a:xfrm>
            <a:off x="7079669" y="3051463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7079668" y="4337148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2"/>
          <p:cNvSpPr/>
          <p:nvPr/>
        </p:nvSpPr>
        <p:spPr>
          <a:xfrm>
            <a:off x="3975884" y="4086710"/>
            <a:ext cx="1577315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dataset</a:t>
            </a:r>
            <a:endParaRPr/>
          </a:p>
        </p:txBody>
      </p:sp>
      <p:sp>
        <p:nvSpPr>
          <p:cNvPr id="162" name="Google Shape;162;p2"/>
          <p:cNvSpPr/>
          <p:nvPr/>
        </p:nvSpPr>
        <p:spPr>
          <a:xfrm>
            <a:off x="3975885" y="4601316"/>
            <a:ext cx="1577314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dataset</a:t>
            </a:r>
            <a:endParaRPr/>
          </a:p>
        </p:txBody>
      </p:sp>
      <p:cxnSp>
        <p:nvCxnSpPr>
          <p:cNvPr id="163" name="Google Shape;163;p2"/>
          <p:cNvCxnSpPr/>
          <p:nvPr/>
        </p:nvCxnSpPr>
        <p:spPr>
          <a:xfrm>
            <a:off x="3377086" y="4253831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4" name="Google Shape;164;p2"/>
          <p:cNvCxnSpPr/>
          <p:nvPr/>
        </p:nvCxnSpPr>
        <p:spPr>
          <a:xfrm>
            <a:off x="2486127" y="4755779"/>
            <a:ext cx="133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5" name="Google Shape;165;p2"/>
          <p:cNvCxnSpPr/>
          <p:nvPr/>
        </p:nvCxnSpPr>
        <p:spPr>
          <a:xfrm>
            <a:off x="2493213" y="4512269"/>
            <a:ext cx="0" cy="25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6" name="Google Shape;166;p2"/>
          <p:cNvSpPr/>
          <p:nvPr/>
        </p:nvSpPr>
        <p:spPr>
          <a:xfrm>
            <a:off x="4020104" y="3062325"/>
            <a:ext cx="693237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DT</a:t>
            </a:r>
            <a:endParaRPr/>
          </a:p>
        </p:txBody>
      </p:sp>
      <p:sp>
        <p:nvSpPr>
          <p:cNvPr id="167" name="Google Shape;167;p2"/>
          <p:cNvSpPr/>
          <p:nvPr/>
        </p:nvSpPr>
        <p:spPr>
          <a:xfrm>
            <a:off x="4020104" y="3437064"/>
            <a:ext cx="688157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LR</a:t>
            </a:r>
            <a:endParaRPr/>
          </a:p>
        </p:txBody>
      </p:sp>
      <p:grpSp>
        <p:nvGrpSpPr>
          <p:cNvPr id="168" name="Google Shape;168;p2"/>
          <p:cNvGrpSpPr/>
          <p:nvPr/>
        </p:nvGrpSpPr>
        <p:grpSpPr>
          <a:xfrm>
            <a:off x="4715881" y="2683396"/>
            <a:ext cx="940579" cy="307777"/>
            <a:chOff x="3669590" y="1439539"/>
            <a:chExt cx="895953" cy="364975"/>
          </a:xfrm>
        </p:grpSpPr>
        <p:sp>
          <p:nvSpPr>
            <p:cNvPr id="169" name="Google Shape;169;p2"/>
            <p:cNvSpPr/>
            <p:nvPr/>
          </p:nvSpPr>
          <p:spPr>
            <a:xfrm>
              <a:off x="3709394" y="1455491"/>
              <a:ext cx="732685" cy="34152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2"/>
            <p:cNvSpPr txBox="1"/>
            <p:nvPr/>
          </p:nvSpPr>
          <p:spPr>
            <a:xfrm>
              <a:off x="3669590" y="1439539"/>
              <a:ext cx="895953" cy="364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Bi-LSTM</a:t>
              </a:r>
              <a:endParaRPr/>
            </a:p>
          </p:txBody>
        </p:sp>
      </p:grpSp>
      <p:grpSp>
        <p:nvGrpSpPr>
          <p:cNvPr id="171" name="Google Shape;171;p2"/>
          <p:cNvGrpSpPr/>
          <p:nvPr/>
        </p:nvGrpSpPr>
        <p:grpSpPr>
          <a:xfrm>
            <a:off x="4726042" y="3038760"/>
            <a:ext cx="801534" cy="296372"/>
            <a:chOff x="3681428" y="1445563"/>
            <a:chExt cx="692843" cy="351450"/>
          </a:xfrm>
        </p:grpSpPr>
        <p:sp>
          <p:nvSpPr>
            <p:cNvPr id="172" name="Google Shape;172;p2"/>
            <p:cNvSpPr/>
            <p:nvPr/>
          </p:nvSpPr>
          <p:spPr>
            <a:xfrm>
              <a:off x="3709396" y="1455491"/>
              <a:ext cx="664875" cy="34152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2"/>
            <p:cNvSpPr txBox="1"/>
            <p:nvPr/>
          </p:nvSpPr>
          <p:spPr>
            <a:xfrm>
              <a:off x="3681428" y="1445563"/>
              <a:ext cx="684602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Bi-GRU</a:t>
              </a:r>
              <a:endParaRPr/>
            </a:p>
          </p:txBody>
        </p:sp>
      </p:grpSp>
      <p:grpSp>
        <p:nvGrpSpPr>
          <p:cNvPr id="174" name="Google Shape;174;p2"/>
          <p:cNvGrpSpPr/>
          <p:nvPr/>
        </p:nvGrpSpPr>
        <p:grpSpPr>
          <a:xfrm>
            <a:off x="4663578" y="3433771"/>
            <a:ext cx="864000" cy="291292"/>
            <a:chOff x="3627615" y="1451587"/>
            <a:chExt cx="867634" cy="345426"/>
          </a:xfrm>
        </p:grpSpPr>
        <p:sp>
          <p:nvSpPr>
            <p:cNvPr id="175" name="Google Shape;175;p2"/>
            <p:cNvSpPr/>
            <p:nvPr/>
          </p:nvSpPr>
          <p:spPr>
            <a:xfrm>
              <a:off x="3709396" y="1455491"/>
              <a:ext cx="767934" cy="341522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6" name="Google Shape;176;p2"/>
            <p:cNvSpPr txBox="1"/>
            <p:nvPr/>
          </p:nvSpPr>
          <p:spPr>
            <a:xfrm>
              <a:off x="3627615" y="1451587"/>
              <a:ext cx="86763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Text-CNN</a:t>
              </a:r>
              <a:endParaRPr/>
            </a:p>
          </p:txBody>
        </p:sp>
      </p:grpSp>
      <p:cxnSp>
        <p:nvCxnSpPr>
          <p:cNvPr id="177" name="Google Shape;177;p2"/>
          <p:cNvCxnSpPr/>
          <p:nvPr/>
        </p:nvCxnSpPr>
        <p:spPr>
          <a:xfrm>
            <a:off x="5660698" y="3227436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78" name="Google Shape;178;p2"/>
          <p:cNvSpPr/>
          <p:nvPr/>
        </p:nvSpPr>
        <p:spPr>
          <a:xfrm>
            <a:off x="8796014" y="4568696"/>
            <a:ext cx="17640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HSD Model</a:t>
            </a:r>
            <a:endParaRPr/>
          </a:p>
        </p:txBody>
      </p:sp>
      <p:sp>
        <p:nvSpPr>
          <p:cNvPr id="179" name="Google Shape;179;p2"/>
          <p:cNvSpPr/>
          <p:nvPr/>
        </p:nvSpPr>
        <p:spPr>
          <a:xfrm>
            <a:off x="8748245" y="4010405"/>
            <a:ext cx="17640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Analysis</a:t>
            </a:r>
            <a:endParaRPr/>
          </a:p>
        </p:txBody>
      </p:sp>
      <p:sp>
        <p:nvSpPr>
          <p:cNvPr id="180" name="Google Shape;180;p2"/>
          <p:cNvSpPr/>
          <p:nvPr/>
        </p:nvSpPr>
        <p:spPr>
          <a:xfrm>
            <a:off x="8803167" y="5384129"/>
            <a:ext cx="1656000" cy="28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Data</a:t>
            </a:r>
            <a:endParaRPr/>
          </a:p>
        </p:txBody>
      </p:sp>
      <p:sp>
        <p:nvSpPr>
          <p:cNvPr id="181" name="Google Shape;181;p2"/>
          <p:cNvSpPr/>
          <p:nvPr/>
        </p:nvSpPr>
        <p:spPr>
          <a:xfrm rot="10800000">
            <a:off x="9604142" y="4343046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2"/>
          <p:cNvSpPr/>
          <p:nvPr/>
        </p:nvSpPr>
        <p:spPr>
          <a:xfrm rot="10800000">
            <a:off x="9567704" y="3278479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1586089" y="5384129"/>
            <a:ext cx="1656000" cy="28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network</a:t>
            </a:r>
            <a:endParaRPr/>
          </a:p>
        </p:txBody>
      </p:sp>
      <p:sp>
        <p:nvSpPr>
          <p:cNvPr id="184" name="Google Shape;184;p2"/>
          <p:cNvSpPr/>
          <p:nvPr/>
        </p:nvSpPr>
        <p:spPr>
          <a:xfrm>
            <a:off x="6298129" y="5384129"/>
            <a:ext cx="1656000" cy="28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</a:t>
            </a:r>
            <a:endParaRPr/>
          </a:p>
        </p:txBody>
      </p:sp>
      <p:sp>
        <p:nvSpPr>
          <p:cNvPr id="185" name="Google Shape;185;p2"/>
          <p:cNvSpPr/>
          <p:nvPr/>
        </p:nvSpPr>
        <p:spPr>
          <a:xfrm rot="10800000">
            <a:off x="4666235" y="3885853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2"/>
          <p:cNvSpPr/>
          <p:nvPr/>
        </p:nvSpPr>
        <p:spPr>
          <a:xfrm>
            <a:off x="3946742" y="5384129"/>
            <a:ext cx="1656000" cy="28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Crawling</a:t>
            </a:r>
            <a:endParaRPr/>
          </a:p>
        </p:txBody>
      </p:sp>
      <p:sp>
        <p:nvSpPr>
          <p:cNvPr id="187" name="Google Shape;187;p2"/>
          <p:cNvSpPr/>
          <p:nvPr/>
        </p:nvSpPr>
        <p:spPr>
          <a:xfrm rot="10800000">
            <a:off x="9594936" y="5028004"/>
            <a:ext cx="84052" cy="175108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88" name="Google Shape;188;p2"/>
          <p:cNvCxnSpPr/>
          <p:nvPr/>
        </p:nvCxnSpPr>
        <p:spPr>
          <a:xfrm>
            <a:off x="3325195" y="5528129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" name="Google Shape;189;p2"/>
          <p:cNvCxnSpPr/>
          <p:nvPr/>
        </p:nvCxnSpPr>
        <p:spPr>
          <a:xfrm>
            <a:off x="5650563" y="5528129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" name="Google Shape;190;p2"/>
          <p:cNvCxnSpPr/>
          <p:nvPr/>
        </p:nvCxnSpPr>
        <p:spPr>
          <a:xfrm>
            <a:off x="8110908" y="5540175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" name="Google Shape;191;p2"/>
          <p:cNvCxnSpPr/>
          <p:nvPr/>
        </p:nvCxnSpPr>
        <p:spPr>
          <a:xfrm>
            <a:off x="8165211" y="4712696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2" name="Google Shape;192;p2"/>
          <p:cNvSpPr txBox="1"/>
          <p:nvPr/>
        </p:nvSpPr>
        <p:spPr>
          <a:xfrm>
            <a:off x="8833486" y="3517270"/>
            <a:ext cx="17171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Processing</a:t>
            </a:r>
            <a:endParaRPr/>
          </a:p>
        </p:txBody>
      </p:sp>
      <p:sp>
        <p:nvSpPr>
          <p:cNvPr id="193" name="Google Shape;193;p2"/>
          <p:cNvSpPr txBox="1"/>
          <p:nvPr/>
        </p:nvSpPr>
        <p:spPr>
          <a:xfrm>
            <a:off x="8637648" y="2080403"/>
            <a:ext cx="1987037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application</a:t>
            </a:r>
            <a:endParaRPr/>
          </a:p>
        </p:txBody>
      </p:sp>
      <p:sp>
        <p:nvSpPr>
          <p:cNvPr id="194" name="Google Shape;194;p2"/>
          <p:cNvSpPr/>
          <p:nvPr/>
        </p:nvSpPr>
        <p:spPr>
          <a:xfrm>
            <a:off x="1452816" y="5258599"/>
            <a:ext cx="9174462" cy="524416"/>
          </a:xfrm>
          <a:prstGeom prst="rect">
            <a:avLst/>
          </a:prstGeom>
          <a:noFill/>
          <a:ln cap="flat" cmpd="sng" w="12700">
            <a:solidFill>
              <a:srgbClr val="D0CECE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"/>
          <p:cNvSpPr/>
          <p:nvPr/>
        </p:nvSpPr>
        <p:spPr>
          <a:xfrm>
            <a:off x="8633211" y="2571763"/>
            <a:ext cx="1994066" cy="609515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Dashboard</a:t>
            </a:r>
            <a:endParaRPr/>
          </a:p>
        </p:txBody>
      </p:sp>
      <p:sp>
        <p:nvSpPr>
          <p:cNvPr id="196" name="Google Shape;196;p2"/>
          <p:cNvSpPr/>
          <p:nvPr/>
        </p:nvSpPr>
        <p:spPr>
          <a:xfrm>
            <a:off x="1452816" y="2514305"/>
            <a:ext cx="6699504" cy="2474976"/>
          </a:xfrm>
          <a:prstGeom prst="rect">
            <a:avLst/>
          </a:prstGeom>
          <a:noFill/>
          <a:ln cap="flat" cmpd="sng" w="12700">
            <a:solidFill>
              <a:srgbClr val="D0CECE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1927123" y="412955"/>
            <a:ext cx="814110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procedure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Learn Apache Spark (Apache Spark Tutorials for Beginners) | by Hackr.io |  Hackr.io: Find the best online programming courses &amp; tutorials | Medium" id="202" name="Google Shape;20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77033" y="5239804"/>
            <a:ext cx="1322438" cy="53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482" y="3726429"/>
            <a:ext cx="1312299" cy="9849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pache kafka vertical logo - Social ..." id="204" name="Google Shape;20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18276" y="3840513"/>
            <a:ext cx="954836" cy="998238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"/>
          <p:cNvSpPr/>
          <p:nvPr/>
        </p:nvSpPr>
        <p:spPr>
          <a:xfrm>
            <a:off x="4982992" y="3244649"/>
            <a:ext cx="3401961" cy="2443478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3"/>
          <p:cNvSpPr/>
          <p:nvPr/>
        </p:nvSpPr>
        <p:spPr>
          <a:xfrm>
            <a:off x="5091581" y="4061761"/>
            <a:ext cx="489605" cy="337427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ASR</a:t>
            </a:r>
            <a:endParaRPr/>
          </a:p>
        </p:txBody>
      </p:sp>
      <p:cxnSp>
        <p:nvCxnSpPr>
          <p:cNvPr id="207" name="Google Shape;207;p3"/>
          <p:cNvCxnSpPr/>
          <p:nvPr/>
        </p:nvCxnSpPr>
        <p:spPr>
          <a:xfrm>
            <a:off x="1936955" y="4050206"/>
            <a:ext cx="452284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8" name="Google Shape;208;p3"/>
          <p:cNvCxnSpPr/>
          <p:nvPr/>
        </p:nvCxnSpPr>
        <p:spPr>
          <a:xfrm>
            <a:off x="1936955" y="4224376"/>
            <a:ext cx="452284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09" name="Google Shape;209;p3"/>
          <p:cNvCxnSpPr/>
          <p:nvPr/>
        </p:nvCxnSpPr>
        <p:spPr>
          <a:xfrm>
            <a:off x="1936955" y="4413426"/>
            <a:ext cx="452284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0" name="Google Shape;210;p3"/>
          <p:cNvCxnSpPr/>
          <p:nvPr/>
        </p:nvCxnSpPr>
        <p:spPr>
          <a:xfrm flipH="1" rot="10800000">
            <a:off x="3488833" y="3726429"/>
            <a:ext cx="1487027" cy="323777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1" name="Google Shape;211;p3"/>
          <p:cNvCxnSpPr/>
          <p:nvPr/>
        </p:nvCxnSpPr>
        <p:spPr>
          <a:xfrm>
            <a:off x="3488833" y="4224376"/>
            <a:ext cx="1487027" cy="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12" name="Google Shape;212;p3"/>
          <p:cNvCxnSpPr/>
          <p:nvPr/>
        </p:nvCxnSpPr>
        <p:spPr>
          <a:xfrm>
            <a:off x="3488833" y="4413426"/>
            <a:ext cx="1487027" cy="522863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349,500+ Audio Icon Stock Illustrations ..." id="213" name="Google Shape;213;p3"/>
          <p:cNvPicPr preferRelativeResize="0"/>
          <p:nvPr/>
        </p:nvPicPr>
        <p:blipFill rotWithShape="1">
          <a:blip r:embed="rId6">
            <a:alphaModFix/>
          </a:blip>
          <a:srcRect b="19888" l="15886" r="14374" t="20209"/>
          <a:stretch/>
        </p:blipFill>
        <p:spPr>
          <a:xfrm>
            <a:off x="4363504" y="4061761"/>
            <a:ext cx="343011" cy="294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3"/>
          <p:cNvPicPr preferRelativeResize="0"/>
          <p:nvPr/>
        </p:nvPicPr>
        <p:blipFill rotWithShape="1">
          <a:blip r:embed="rId7">
            <a:alphaModFix/>
          </a:blip>
          <a:srcRect b="-6018" l="-9746" r="-6031" t="-6425"/>
          <a:stretch/>
        </p:blipFill>
        <p:spPr>
          <a:xfrm>
            <a:off x="4362623" y="4654799"/>
            <a:ext cx="302722" cy="268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398057" y="3699262"/>
            <a:ext cx="286952" cy="25333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"/>
          <p:cNvSpPr/>
          <p:nvPr/>
        </p:nvSpPr>
        <p:spPr>
          <a:xfrm>
            <a:off x="5709523" y="4061761"/>
            <a:ext cx="1051957" cy="337427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ASR Post Processing</a:t>
            </a:r>
            <a:endParaRPr/>
          </a:p>
        </p:txBody>
      </p:sp>
      <p:sp>
        <p:nvSpPr>
          <p:cNvPr id="217" name="Google Shape;217;p3"/>
          <p:cNvSpPr/>
          <p:nvPr/>
        </p:nvSpPr>
        <p:spPr>
          <a:xfrm>
            <a:off x="5091580" y="3514596"/>
            <a:ext cx="1695299" cy="369332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Preprocessing</a:t>
            </a:r>
            <a:endParaRPr/>
          </a:p>
        </p:txBody>
      </p:sp>
      <p:sp>
        <p:nvSpPr>
          <p:cNvPr id="218" name="Google Shape;218;p3"/>
          <p:cNvSpPr/>
          <p:nvPr/>
        </p:nvSpPr>
        <p:spPr>
          <a:xfrm>
            <a:off x="5066181" y="4711411"/>
            <a:ext cx="1695299" cy="369332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Video Preprocessing</a:t>
            </a:r>
            <a:endParaRPr/>
          </a:p>
        </p:txBody>
      </p:sp>
      <p:sp>
        <p:nvSpPr>
          <p:cNvPr id="219" name="Google Shape;219;p3"/>
          <p:cNvSpPr/>
          <p:nvPr/>
        </p:nvSpPr>
        <p:spPr>
          <a:xfrm>
            <a:off x="7136674" y="3487701"/>
            <a:ext cx="1051957" cy="1737360"/>
          </a:xfrm>
          <a:prstGeom prst="roundRect">
            <a:avLst>
              <a:gd fmla="val 16667" name="adj"/>
            </a:avLst>
          </a:prstGeom>
          <a:noFill/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Multimodal Social Listening</a:t>
            </a:r>
            <a:endParaRPr/>
          </a:p>
        </p:txBody>
      </p:sp>
      <p:pic>
        <p:nvPicPr>
          <p:cNvPr id="220" name="Google Shape;220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56354" y="3539652"/>
            <a:ext cx="546462" cy="44552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"/>
          <p:cNvSpPr/>
          <p:nvPr/>
        </p:nvSpPr>
        <p:spPr>
          <a:xfrm>
            <a:off x="8513290" y="4230474"/>
            <a:ext cx="221458" cy="12590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"/>
          <p:cNvSpPr txBox="1"/>
          <p:nvPr/>
        </p:nvSpPr>
        <p:spPr>
          <a:xfrm>
            <a:off x="983226" y="578281"/>
            <a:ext cx="10294374" cy="802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multimodal social listening system</a:t>
            </a:r>
            <a:endParaRPr/>
          </a:p>
        </p:txBody>
      </p:sp>
      <p:sp>
        <p:nvSpPr>
          <p:cNvPr id="223" name="Google Shape;223;p3"/>
          <p:cNvSpPr txBox="1"/>
          <p:nvPr/>
        </p:nvSpPr>
        <p:spPr>
          <a:xfrm>
            <a:off x="8844979" y="3934849"/>
            <a:ext cx="141006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analysis</a:t>
            </a:r>
            <a:endParaRPr/>
          </a:p>
        </p:txBody>
      </p:sp>
      <p:sp>
        <p:nvSpPr>
          <p:cNvPr id="224" name="Google Shape;224;p3"/>
          <p:cNvSpPr txBox="1"/>
          <p:nvPr/>
        </p:nvSpPr>
        <p:spPr>
          <a:xfrm>
            <a:off x="5303659" y="5837081"/>
            <a:ext cx="320963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models run on a big data framework to cope with the huge amount of social media data</a:t>
            </a:r>
            <a:endParaRPr/>
          </a:p>
        </p:txBody>
      </p:sp>
      <p:pic>
        <p:nvPicPr>
          <p:cNvPr id="225" name="Google Shape;225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98220" y="4387646"/>
            <a:ext cx="351792" cy="425944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"/>
          <p:cNvSpPr txBox="1"/>
          <p:nvPr/>
        </p:nvSpPr>
        <p:spPr>
          <a:xfrm>
            <a:off x="8801077" y="4887525"/>
            <a:ext cx="12217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NoSQL Database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8ed8f875da_0_5"/>
          <p:cNvSpPr/>
          <p:nvPr/>
        </p:nvSpPr>
        <p:spPr>
          <a:xfrm>
            <a:off x="1424941" y="2552905"/>
            <a:ext cx="6699600" cy="2475000"/>
          </a:xfrm>
          <a:prstGeom prst="rect">
            <a:avLst/>
          </a:prstGeom>
          <a:noFill/>
          <a:ln cap="flat" cmpd="sng" w="12700">
            <a:solidFill>
              <a:srgbClr val="D0CECE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g38ed8f875da_0_5"/>
          <p:cNvSpPr/>
          <p:nvPr/>
        </p:nvSpPr>
        <p:spPr>
          <a:xfrm>
            <a:off x="8633211" y="3547914"/>
            <a:ext cx="1994100" cy="13986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g38ed8f875da_0_5"/>
          <p:cNvSpPr/>
          <p:nvPr/>
        </p:nvSpPr>
        <p:spPr>
          <a:xfrm>
            <a:off x="6142300" y="2571763"/>
            <a:ext cx="1968600" cy="23748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g38ed8f875da_0_5"/>
          <p:cNvSpPr/>
          <p:nvPr/>
        </p:nvSpPr>
        <p:spPr>
          <a:xfrm>
            <a:off x="1481451" y="2571763"/>
            <a:ext cx="1994100" cy="19392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5" name="Google Shape;235;g38ed8f875da_0_5"/>
          <p:cNvSpPr txBox="1"/>
          <p:nvPr/>
        </p:nvSpPr>
        <p:spPr>
          <a:xfrm>
            <a:off x="1608376" y="2080403"/>
            <a:ext cx="183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preparation</a:t>
            </a:r>
            <a:endParaRPr/>
          </a:p>
        </p:txBody>
      </p:sp>
      <p:sp>
        <p:nvSpPr>
          <p:cNvPr id="236" name="Google Shape;236;g38ed8f875da_0_5"/>
          <p:cNvSpPr txBox="1"/>
          <p:nvPr/>
        </p:nvSpPr>
        <p:spPr>
          <a:xfrm>
            <a:off x="3894946" y="2080403"/>
            <a:ext cx="183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Training</a:t>
            </a:r>
            <a:endParaRPr/>
          </a:p>
        </p:txBody>
      </p:sp>
      <p:sp>
        <p:nvSpPr>
          <p:cNvPr id="237" name="Google Shape;237;g38ed8f875da_0_5"/>
          <p:cNvSpPr/>
          <p:nvPr/>
        </p:nvSpPr>
        <p:spPr>
          <a:xfrm>
            <a:off x="3894950" y="2571774"/>
            <a:ext cx="1739100" cy="12063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g38ed8f875da_0_5"/>
          <p:cNvSpPr txBox="1"/>
          <p:nvPr/>
        </p:nvSpPr>
        <p:spPr>
          <a:xfrm>
            <a:off x="6073952" y="2080403"/>
            <a:ext cx="2011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 Analysis</a:t>
            </a:r>
            <a:endParaRPr/>
          </a:p>
        </p:txBody>
      </p:sp>
      <p:sp>
        <p:nvSpPr>
          <p:cNvPr id="239" name="Google Shape;239;g38ed8f875da_0_5"/>
          <p:cNvSpPr/>
          <p:nvPr/>
        </p:nvSpPr>
        <p:spPr>
          <a:xfrm>
            <a:off x="3975875" y="2702050"/>
            <a:ext cx="1577400" cy="323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Machine learning</a:t>
            </a:r>
            <a:endParaRPr/>
          </a:p>
        </p:txBody>
      </p:sp>
      <p:sp>
        <p:nvSpPr>
          <p:cNvPr id="240" name="Google Shape;240;g38ed8f875da_0_5"/>
          <p:cNvSpPr/>
          <p:nvPr/>
        </p:nvSpPr>
        <p:spPr>
          <a:xfrm>
            <a:off x="2442725" y="3146029"/>
            <a:ext cx="84000" cy="101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g38ed8f875da_0_5"/>
          <p:cNvSpPr/>
          <p:nvPr/>
        </p:nvSpPr>
        <p:spPr>
          <a:xfrm>
            <a:off x="1670700" y="2668056"/>
            <a:ext cx="1632600" cy="45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74295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Collect                       data</a:t>
            </a:r>
            <a:endParaRPr/>
          </a:p>
        </p:txBody>
      </p:sp>
      <p:sp>
        <p:nvSpPr>
          <p:cNvPr id="242" name="Google Shape;242;g38ed8f875da_0_5"/>
          <p:cNvSpPr/>
          <p:nvPr/>
        </p:nvSpPr>
        <p:spPr>
          <a:xfrm>
            <a:off x="1608199" y="4086077"/>
            <a:ext cx="17487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 dataset</a:t>
            </a:r>
            <a:endParaRPr/>
          </a:p>
        </p:txBody>
      </p:sp>
      <p:sp>
        <p:nvSpPr>
          <p:cNvPr id="243" name="Google Shape;243;g38ed8f875da_0_5"/>
          <p:cNvSpPr/>
          <p:nvPr/>
        </p:nvSpPr>
        <p:spPr>
          <a:xfrm>
            <a:off x="1662193" y="3260952"/>
            <a:ext cx="16326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</a:t>
            </a:r>
            <a:endParaRPr/>
          </a:p>
        </p:txBody>
      </p:sp>
      <p:cxnSp>
        <p:nvCxnSpPr>
          <p:cNvPr id="244" name="Google Shape;244;g38ed8f875da_0_5"/>
          <p:cNvCxnSpPr/>
          <p:nvPr/>
        </p:nvCxnSpPr>
        <p:spPr>
          <a:xfrm>
            <a:off x="5625892" y="4730171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45" name="Google Shape;245;g38ed8f875da_0_5"/>
          <p:cNvSpPr/>
          <p:nvPr/>
        </p:nvSpPr>
        <p:spPr>
          <a:xfrm>
            <a:off x="6263404" y="2708506"/>
            <a:ext cx="17691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trained models</a:t>
            </a:r>
            <a:endParaRPr/>
          </a:p>
        </p:txBody>
      </p:sp>
      <p:sp>
        <p:nvSpPr>
          <p:cNvPr id="246" name="Google Shape;246;g38ed8f875da_0_5"/>
          <p:cNvSpPr/>
          <p:nvPr/>
        </p:nvSpPr>
        <p:spPr>
          <a:xfrm>
            <a:off x="6341777" y="3253432"/>
            <a:ext cx="1559700" cy="102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" name="Google Shape;247;g38ed8f875da_0_5"/>
          <p:cNvSpPr/>
          <p:nvPr/>
        </p:nvSpPr>
        <p:spPr>
          <a:xfrm>
            <a:off x="6506025" y="3732650"/>
            <a:ext cx="1231200" cy="1884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  <a:endParaRPr/>
          </a:p>
        </p:txBody>
      </p:sp>
      <p:sp>
        <p:nvSpPr>
          <p:cNvPr id="248" name="Google Shape;248;g38ed8f875da_0_5"/>
          <p:cNvSpPr/>
          <p:nvPr/>
        </p:nvSpPr>
        <p:spPr>
          <a:xfrm>
            <a:off x="6506018" y="3984999"/>
            <a:ext cx="1231200" cy="2397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  <a:endParaRPr/>
          </a:p>
        </p:txBody>
      </p:sp>
      <p:sp>
        <p:nvSpPr>
          <p:cNvPr id="249" name="Google Shape;249;g38ed8f875da_0_5"/>
          <p:cNvSpPr/>
          <p:nvPr/>
        </p:nvSpPr>
        <p:spPr>
          <a:xfrm>
            <a:off x="6506175" y="3193036"/>
            <a:ext cx="12312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</a:t>
            </a:r>
            <a:endParaRPr/>
          </a:p>
        </p:txBody>
      </p:sp>
      <p:sp>
        <p:nvSpPr>
          <p:cNvPr id="250" name="Google Shape;250;g38ed8f875da_0_5"/>
          <p:cNvSpPr/>
          <p:nvPr/>
        </p:nvSpPr>
        <p:spPr>
          <a:xfrm>
            <a:off x="6341774" y="4552267"/>
            <a:ext cx="15597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Comparison</a:t>
            </a:r>
            <a:endParaRPr/>
          </a:p>
        </p:txBody>
      </p:sp>
      <p:sp>
        <p:nvSpPr>
          <p:cNvPr id="251" name="Google Shape;251;g38ed8f875da_0_5"/>
          <p:cNvSpPr/>
          <p:nvPr/>
        </p:nvSpPr>
        <p:spPr>
          <a:xfrm>
            <a:off x="7079669" y="3051463"/>
            <a:ext cx="84000" cy="175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2" name="Google Shape;252;g38ed8f875da_0_5"/>
          <p:cNvSpPr/>
          <p:nvPr/>
        </p:nvSpPr>
        <p:spPr>
          <a:xfrm>
            <a:off x="7079668" y="4337148"/>
            <a:ext cx="84000" cy="175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g38ed8f875da_0_5"/>
          <p:cNvSpPr/>
          <p:nvPr/>
        </p:nvSpPr>
        <p:spPr>
          <a:xfrm>
            <a:off x="3975884" y="4086710"/>
            <a:ext cx="15774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dataset</a:t>
            </a:r>
            <a:endParaRPr/>
          </a:p>
        </p:txBody>
      </p:sp>
      <p:sp>
        <p:nvSpPr>
          <p:cNvPr id="254" name="Google Shape;254;g38ed8f875da_0_5"/>
          <p:cNvSpPr/>
          <p:nvPr/>
        </p:nvSpPr>
        <p:spPr>
          <a:xfrm>
            <a:off x="3975885" y="4601316"/>
            <a:ext cx="15774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dataset</a:t>
            </a:r>
            <a:endParaRPr/>
          </a:p>
        </p:txBody>
      </p:sp>
      <p:cxnSp>
        <p:nvCxnSpPr>
          <p:cNvPr id="255" name="Google Shape;255;g38ed8f875da_0_5"/>
          <p:cNvCxnSpPr/>
          <p:nvPr/>
        </p:nvCxnSpPr>
        <p:spPr>
          <a:xfrm>
            <a:off x="3377086" y="4253831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6" name="Google Shape;256;g38ed8f875da_0_5"/>
          <p:cNvCxnSpPr/>
          <p:nvPr/>
        </p:nvCxnSpPr>
        <p:spPr>
          <a:xfrm>
            <a:off x="2486127" y="4755779"/>
            <a:ext cx="1332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57" name="Google Shape;257;g38ed8f875da_0_5"/>
          <p:cNvCxnSpPr/>
          <p:nvPr/>
        </p:nvCxnSpPr>
        <p:spPr>
          <a:xfrm>
            <a:off x="2493213" y="4512269"/>
            <a:ext cx="0" cy="252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8" name="Google Shape;258;g38ed8f875da_0_5"/>
          <p:cNvSpPr/>
          <p:nvPr/>
        </p:nvSpPr>
        <p:spPr>
          <a:xfrm>
            <a:off x="3975925" y="3343600"/>
            <a:ext cx="1577400" cy="307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</a:t>
            </a:r>
            <a:endParaRPr/>
          </a:p>
        </p:txBody>
      </p:sp>
      <p:cxnSp>
        <p:nvCxnSpPr>
          <p:cNvPr id="259" name="Google Shape;259;g38ed8f875da_0_5"/>
          <p:cNvCxnSpPr/>
          <p:nvPr/>
        </p:nvCxnSpPr>
        <p:spPr>
          <a:xfrm>
            <a:off x="5660698" y="3227436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60" name="Google Shape;260;g38ed8f875da_0_5"/>
          <p:cNvSpPr/>
          <p:nvPr/>
        </p:nvSpPr>
        <p:spPr>
          <a:xfrm>
            <a:off x="8796014" y="4568696"/>
            <a:ext cx="17640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Model</a:t>
            </a:r>
            <a:endParaRPr/>
          </a:p>
        </p:txBody>
      </p:sp>
      <p:sp>
        <p:nvSpPr>
          <p:cNvPr id="261" name="Google Shape;261;g38ed8f875da_0_5"/>
          <p:cNvSpPr/>
          <p:nvPr/>
        </p:nvSpPr>
        <p:spPr>
          <a:xfrm>
            <a:off x="8748245" y="4010405"/>
            <a:ext cx="17640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Statistical Analysis</a:t>
            </a:r>
            <a:endParaRPr/>
          </a:p>
        </p:txBody>
      </p:sp>
      <p:sp>
        <p:nvSpPr>
          <p:cNvPr id="262" name="Google Shape;262;g38ed8f875da_0_5"/>
          <p:cNvSpPr/>
          <p:nvPr/>
        </p:nvSpPr>
        <p:spPr>
          <a:xfrm>
            <a:off x="8803167" y="5399932"/>
            <a:ext cx="1656000" cy="28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Streaming Data</a:t>
            </a:r>
            <a:endParaRPr/>
          </a:p>
        </p:txBody>
      </p:sp>
      <p:sp>
        <p:nvSpPr>
          <p:cNvPr id="263" name="Google Shape;263;g38ed8f875da_0_5"/>
          <p:cNvSpPr/>
          <p:nvPr/>
        </p:nvSpPr>
        <p:spPr>
          <a:xfrm rot="10800000">
            <a:off x="9604194" y="4342954"/>
            <a:ext cx="84000" cy="175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g38ed8f875da_0_5"/>
          <p:cNvSpPr/>
          <p:nvPr/>
        </p:nvSpPr>
        <p:spPr>
          <a:xfrm rot="10800000">
            <a:off x="9567756" y="3278387"/>
            <a:ext cx="84000" cy="175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5" name="Google Shape;265;g38ed8f875da_0_5"/>
          <p:cNvSpPr/>
          <p:nvPr/>
        </p:nvSpPr>
        <p:spPr>
          <a:xfrm>
            <a:off x="1586089" y="5399932"/>
            <a:ext cx="1656000" cy="28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network</a:t>
            </a:r>
            <a:endParaRPr/>
          </a:p>
        </p:txBody>
      </p:sp>
      <p:sp>
        <p:nvSpPr>
          <p:cNvPr id="266" name="Google Shape;266;g38ed8f875da_0_5"/>
          <p:cNvSpPr/>
          <p:nvPr/>
        </p:nvSpPr>
        <p:spPr>
          <a:xfrm>
            <a:off x="6298129" y="5399932"/>
            <a:ext cx="1656000" cy="28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</a:t>
            </a:r>
            <a:endParaRPr/>
          </a:p>
        </p:txBody>
      </p:sp>
      <p:sp>
        <p:nvSpPr>
          <p:cNvPr id="267" name="Google Shape;267;g38ed8f875da_0_5"/>
          <p:cNvSpPr/>
          <p:nvPr/>
        </p:nvSpPr>
        <p:spPr>
          <a:xfrm rot="10800000">
            <a:off x="4666287" y="3885761"/>
            <a:ext cx="84000" cy="175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g38ed8f875da_0_5"/>
          <p:cNvSpPr/>
          <p:nvPr/>
        </p:nvSpPr>
        <p:spPr>
          <a:xfrm>
            <a:off x="3946742" y="5399932"/>
            <a:ext cx="1656000" cy="28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Crawling</a:t>
            </a:r>
            <a:endParaRPr/>
          </a:p>
        </p:txBody>
      </p:sp>
      <p:sp>
        <p:nvSpPr>
          <p:cNvPr id="269" name="Google Shape;269;g38ed8f875da_0_5"/>
          <p:cNvSpPr/>
          <p:nvPr/>
        </p:nvSpPr>
        <p:spPr>
          <a:xfrm rot="10800000">
            <a:off x="9594988" y="5043715"/>
            <a:ext cx="84000" cy="1752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70" name="Google Shape;270;g38ed8f875da_0_5"/>
          <p:cNvCxnSpPr/>
          <p:nvPr/>
        </p:nvCxnSpPr>
        <p:spPr>
          <a:xfrm>
            <a:off x="3325195" y="5543932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1" name="Google Shape;271;g38ed8f875da_0_5"/>
          <p:cNvCxnSpPr/>
          <p:nvPr/>
        </p:nvCxnSpPr>
        <p:spPr>
          <a:xfrm>
            <a:off x="5650563" y="5543932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2" name="Google Shape;272;g38ed8f875da_0_5"/>
          <p:cNvCxnSpPr/>
          <p:nvPr/>
        </p:nvCxnSpPr>
        <p:spPr>
          <a:xfrm>
            <a:off x="8110908" y="5555978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3" name="Google Shape;273;g38ed8f875da_0_5"/>
          <p:cNvCxnSpPr/>
          <p:nvPr/>
        </p:nvCxnSpPr>
        <p:spPr>
          <a:xfrm>
            <a:off x="8165211" y="4712696"/>
            <a:ext cx="4680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74" name="Google Shape;274;g38ed8f875da_0_5"/>
          <p:cNvSpPr txBox="1"/>
          <p:nvPr/>
        </p:nvSpPr>
        <p:spPr>
          <a:xfrm>
            <a:off x="8833486" y="3517270"/>
            <a:ext cx="171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Processing</a:t>
            </a:r>
            <a:endParaRPr/>
          </a:p>
        </p:txBody>
      </p:sp>
      <p:sp>
        <p:nvSpPr>
          <p:cNvPr id="275" name="Google Shape;275;g38ed8f875da_0_5"/>
          <p:cNvSpPr txBox="1"/>
          <p:nvPr/>
        </p:nvSpPr>
        <p:spPr>
          <a:xfrm>
            <a:off x="8637648" y="2080403"/>
            <a:ext cx="1986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application</a:t>
            </a:r>
            <a:endParaRPr/>
          </a:p>
        </p:txBody>
      </p:sp>
      <p:sp>
        <p:nvSpPr>
          <p:cNvPr id="276" name="Google Shape;276;g38ed8f875da_0_5"/>
          <p:cNvSpPr/>
          <p:nvPr/>
        </p:nvSpPr>
        <p:spPr>
          <a:xfrm>
            <a:off x="1452816" y="5274402"/>
            <a:ext cx="9174600" cy="524400"/>
          </a:xfrm>
          <a:prstGeom prst="rect">
            <a:avLst/>
          </a:prstGeom>
          <a:noFill/>
          <a:ln cap="flat" cmpd="sng" w="12700">
            <a:solidFill>
              <a:srgbClr val="D0CECE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38ed8f875da_0_5"/>
          <p:cNvSpPr/>
          <p:nvPr/>
        </p:nvSpPr>
        <p:spPr>
          <a:xfrm>
            <a:off x="8633211" y="2571763"/>
            <a:ext cx="1994100" cy="6096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Dashboard</a:t>
            </a:r>
            <a:endParaRPr/>
          </a:p>
        </p:txBody>
      </p:sp>
      <p:sp>
        <p:nvSpPr>
          <p:cNvPr id="278" name="Google Shape;278;g38ed8f875da_0_5"/>
          <p:cNvSpPr txBox="1"/>
          <p:nvPr/>
        </p:nvSpPr>
        <p:spPr>
          <a:xfrm>
            <a:off x="1927123" y="412955"/>
            <a:ext cx="8141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Experimental procedure</a:t>
            </a:r>
            <a:endParaRPr/>
          </a:p>
        </p:txBody>
      </p:sp>
      <p:sp>
        <p:nvSpPr>
          <p:cNvPr id="279" name="Google Shape;279;g38ed8f875da_0_5"/>
          <p:cNvSpPr/>
          <p:nvPr/>
        </p:nvSpPr>
        <p:spPr>
          <a:xfrm>
            <a:off x="1662193" y="3684596"/>
            <a:ext cx="1632600" cy="288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labeling</a:t>
            </a:r>
            <a:endParaRPr/>
          </a:p>
        </p:txBody>
      </p:sp>
      <p:sp>
        <p:nvSpPr>
          <p:cNvPr id="280" name="Google Shape;280;g38ed8f875da_0_5"/>
          <p:cNvSpPr/>
          <p:nvPr/>
        </p:nvSpPr>
        <p:spPr>
          <a:xfrm>
            <a:off x="2438550" y="3565911"/>
            <a:ext cx="84000" cy="101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g38ed8f875da_0_5"/>
          <p:cNvSpPr/>
          <p:nvPr/>
        </p:nvSpPr>
        <p:spPr>
          <a:xfrm>
            <a:off x="2427850" y="3985005"/>
            <a:ext cx="84000" cy="1017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g38ed8f875da_0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3924" y="2681625"/>
            <a:ext cx="749525" cy="41975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8ed8f875da_0_5"/>
          <p:cNvSpPr/>
          <p:nvPr/>
        </p:nvSpPr>
        <p:spPr>
          <a:xfrm>
            <a:off x="6499525" y="3477775"/>
            <a:ext cx="1231200" cy="1752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2021-07-14T11:12:07Z</dcterms:created>
  <dc:creator>Lâm Gia Huy</dc:creator>
</cp:coreProperties>
</file>